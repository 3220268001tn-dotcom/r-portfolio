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Power Automate Desktop 構成例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請求書Excelファイルを印刷 or PDF出力するRPA成果物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構成フロー（ステップ一覧）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Excelの起動</a:t>
            </a:r>
          </a:p>
          <a:p>
            <a:r>
              <a:t>2. Excelワークブックを開く</a:t>
            </a:r>
          </a:p>
          <a:p>
            <a:r>
              <a:t>3. シートをアクティブにする</a:t>
            </a:r>
          </a:p>
          <a:p>
            <a:r>
              <a:t>4. 分岐：印刷 or PDF保存</a:t>
            </a:r>
          </a:p>
          <a:p>
            <a:r>
              <a:t>5a. ワークブックを印刷</a:t>
            </a:r>
          </a:p>
          <a:p>
            <a:r>
              <a:t>5b. PDFとして保存</a:t>
            </a:r>
          </a:p>
          <a:p>
            <a:r>
              <a:t>6. Excelを閉じる</a:t>
            </a:r>
          </a:p>
          <a:p>
            <a:r>
              <a:t>7. Excelインスタンスを解放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PDF出力時の詳細設定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・アクション名：「現在のワークブックをPDFとして保存」</a:t>
            </a:r>
          </a:p>
          <a:p>
            <a:r>
              <a:t>・出力ファイル：C:\Users\&lt;ユーザー名&gt;\Documents\請求書出力\請求書_20250614.pdf</a:t>
            </a:r>
          </a:p>
          <a:p>
            <a:r>
              <a:t>・対象：アクティブシートのみ</a:t>
            </a:r>
          </a:p>
          <a:p>
            <a:r>
              <a:t>・保存後はExcelを閉じて解放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成果物の見せ方ポイント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フロー図キャプチャ</a:t>
            </a:r>
          </a:p>
          <a:p>
            <a:r>
              <a:t>② 印刷結果のPDFまたは紙</a:t>
            </a:r>
          </a:p>
          <a:p>
            <a:r>
              <a:t>③ 意図説明スライド（これ）</a:t>
            </a:r>
          </a:p>
          <a:p>
            <a:r>
              <a:t>④ 応用案の提案で評価アップ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応用提案（上級者向け）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・フォルダ内の複数Excelを一括印刷</a:t>
            </a:r>
          </a:p>
          <a:p>
            <a:r>
              <a:t>・宛名や日付でファイル名を自動生成</a:t>
            </a:r>
          </a:p>
          <a:p>
            <a:r>
              <a:t>・印刷後にメール自動送信（Outlook連携）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